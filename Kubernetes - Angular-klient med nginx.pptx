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Välkomna tillbaka! Förra gången byggde vi CQRS-appen: API, worker, NATS och MySQL. Ikväll får den ett ansikte. Vi börjar från noll med verktygen - nvm, Node och npm - skapar en Angular-app med ng new, skyddar API:t med en API-nyckel och låter nginx i klustret både servera appen och lägga på nyckeln. Allt deployas med en Dockerfile, build.ps1 och Helm, precis som tidigare.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snabbt igenom agendan. Del 1 och 2 tar tid första gången men är rena installationssteg - räkna med att några får problem med en gammal Node-installation, det tar vi upp specifikt. Huvudpoängen ikväll är del 4-6: vi skyddar API:t med en nyckel och ser till att nyckeln stannar på serversidan.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markerade rutan är kvällens bevis: appen öppnas i webbläsaren via ingressen, och alla anrop till API:t fungerar trots att webbläsaren aldrig ser nyckeln. Det kontrollerar vi i webbläsarens utvecklarverktyg i slutet.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CLI är ett Node-program. Innan vi kan skriva ng något behöver vi Node och npm, och för att slippa problem med versioner låter vi nvm hantera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verktyg som ofta blandas ihop. Node är körmiljön, npm följer med Node och hämtar paket, nvm är ett separat program som installerar och växlar Node-versioner. nvm-windows är markerad eftersom det är den vi installerar först - och den som sedan äger Node på datorn.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Poängen: Node-versionen är ett krav från projektet, inte ett personligt val. Angular 22 vägrar köra på en för gammal Node. Kopplingen till Dockerfilen är viktig: vi bygger med node:24-alpine i imagen och kör Node 24 lokalt, så det som fungerar på er dator fungerar också i docker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var kvällens vanligaste problem. Den som installerat Node tidigare, via installationsprogrammet, winget eller Visual Studio, har en Node i PATH som nvm inte styr över. Resultatet blir förvirrande: nvm use 24 säger att det lyckades men node -v visar den gamla versionen. Lösningen är att avinstallera den gamla Node helt och ta bort kvarvarande mappar innan nvm installeras. where node i en ny terminal ska inte ge någon träff innan vi går vidare. Globala npm-paket från den gamla installationen försvinner - det är meningen.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stegen tillsammans. Två klassiska fel: att köra nvm i en terminal som var öppen före installationen (nvm känns inte igen), och att köra nvm use utan administratörsrättigheter - nvm-windows byter version genom att peka om en symbolisk länk, och det kräver admin. nvm list visar installerade versioner med en stjärna vid den aktiva. Avsluta med node -v och npm -v så alla ser att versionen stämmer.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npm install vs npm ci är den viktiga skillnaden. npm install löser versioner utifrån intervallen i package.json och kan uppdatera lock-filen. npm ci installerar exakt det som står i package-lock.json och börjar med en tom node_modules - därför använder vi den i Dockerfilen. npx kör ett paket från projektets node_modules, så Dockerfilen behöver ingen global Angular CLI. node_modules hör hemma i .gitignore och .dockerignore.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CLI, kommandot ng, skapar projekt, kör dev-servern, bygger och genererar kod. Vi installerar det globalt med npm och skapar CQRSClient.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globala ng behövs för att skapa projektet - innan det finns ett projekt finns ingen lokal CLI. Den markerade rutan är en nvm-fälla: globala paket installeras i mappen för den aktiva Node-versionen. Den som byter till en annan version med nvm use har plötsligt inget ng. ng version är bra att köra - den visar både Angular- och Node-version och varnar om kombinationen inte stöds.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Kör ng new tillsammans. CLI:t ställer några frågor; vi valde SCSS som stylesheet-format, vilket syns i angular.json. Installationen tar en stund eftersom alla paket hämtas. Starta sedan ng serve och öppna localhost:4200 för att se startsidan. Rutorna till höger är det som är nytt för den som kan äldre Angular: standalone-komponenter, signals och Vitest som testverktyg.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de filer vi rör ikväll: angular.json (där proxyn kopplas in), app.config.ts (där HttpClient registreras), app.ts och app.html. Den markerade rutan är nyckeln till resten av kvällen: en byggd Angular-app är bara statiska filer. Node behövs för att bygga, inte för att köra. Därför består imagen till slut av nginx och några filer - ingen Node 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 är ett personregister som pratar med CQRSApi. Det intressanta är inte komponenten utan adressen den anropar - och vem som står mellan webbläsaren och API:t.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hur vi slapp skriva servicen för hand. CQRSApi publicerar ett OpenAPI-dokument på /openapi/v1.json - samma dokument som Scalar visar. I VS Code bifogade vi filen i Copilot Chat och bad om en Angular-service; resultatet blev interfaces för varje schema och en metod per endpoint. Prompten på bilden är ett exempel, inte exakt den vi använde. Poängen är steg 3: genererad kod måste granskas - vi ändrade till exempel bas-adressen till den relativa /api/persons, vilket nästa bild handlar om. Fråga: vad händer med servicen när API:t ändras? (Generera om, eller använd ett verktyg som openapi-generator i bygget.)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Servicen är tunn: ett anrop per endpoint i CQRSApi. Det viktiga är baseUrl. Den är relativ - /api/persons - så anropet går alltid till samma server som appen laddades från. Det gör att samma byggda app fungerar lokalt och i klustret utan ändringar, att vi slipper CORS, och att nyckeln inte behöver finnas i koden. Koppla också till förra gången: POST, PUT och DELETE ger 202, så appen visar ett meddelande om att kommandot tagits emot - eventual consistency syns i UI:t.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här bilden binder ihop kvällen. Appen gör samma anrop i båda lägena. Under utveckling svarar Angulars dev-server och skickar vidare enligt proxy.conf.json. I klustret svarar nginx i samma pod som serverar appen. I båda fallen läggs X-API-KEY på i mellanledet - aldrig i webbläsaren. Nästa bild visar utvecklingsläget, sedan går vi till API:t och sist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proxy.conf.json kopplas in i angular.json under serve.options.proxyConfig, så ng serve använder den automatiskt. Gå igenom raderna: target är API:t via ingressen, pathRewrite tar bort /api-prefixet, changeOrigin byter Host-header så Traefik väljer cqrsapi-ingressen, och headers lägger på nyckeln. Viktigt: filen finns bara under utveckling. I klustret gör nginx samma jobb.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skyddar vi API:t. Ett anrop till /persons utan rätt nyckel ska få 401. Nyckeln kommer från konfigurationen, och i klustret från Helm-values.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koden uppifrån. Nyckeln läses från konfigurationen ApiKey:Value. Finns ingen nyckel registreras ingen middleware alls - praktiskt lokalt, men värt att veta. Middlewaren tittar bara på sökvägar som börjar med /persons, så /healthz förblir öppen för Kubernetes probes. Två fall ger 401: headern saknas, eller värdet stämmer inte. StringComparison.Ordinal gör jämförelsen exakt - versaler och gemener spelar roll i själva nyckeln. Placeringen spelar roll: middlewaren ligger efter UseCors, så ett CORS-preflight-anrop besvaras innan nyckeln kontrolleras.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är exakt samma kedja som vi använde förra gången för CORS och NATS: ett värde i values.yaml blir en miljövariabel i deploymenten, och .NET läser miljövariabler med dubbelt understreck som kolon. ApiKey__Value blir alltså ApiKey:Value. Nyckeln ligger här som en vanlig miljövariabel i values - hur man hanterar hemligheter på riktigt med ConfigMaps, Secrets och Sealed Secrets kommer vi till senare i kursen.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 de tre fallen i tur och ordning. En vanlig fråga: koden letar efter X-API-Key men nginx och proxyn skickar X-API-KEY - fungerar det? Ja, HTTP-headernamn är skiftlägesokänsliga, och det gäller även ASP.NET Cores header-samling. Själva värdet jämförs däremot exakt. Kontrollera också att /healthz fortfarande svarar - annars skulle Kubernetes börja starta om poddarna.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till frågan som styr hela designen: var ska nyckeln ligga? Svaret är inte i Angular.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här är kärnan. En nyckel i Angular-koden är inte hemlig - den ligger i JavaScript-filen som varje besökare laddar ner. Därför lägger nginx på nyckeln på serversidan. Bonusar: eftersom appen och API-anropen kommer från samma adress behövs ingen CORS, och eftersom nyckel och adress sätts när containern startar kan samma image användas i alla miljöer. Diskussionsfråga: skyddar det här API:t mot vem som helst? (Nej - den som når cqrsclient.local kan använda appen. Nyckeln skyddar API:t mot direkta anrop som går förbi klienten.)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de tre location-blocken. /api/ är proxyn: avslutande snedstreck i proxy_pass gör att /api/persons blir /persons hos API:t, och proxy_set_header lägger på nyckeln. location / är SPA-fallbacken: laddar man om en djup länk finns ingen sådan fil, så nginx levererar index.html och Angular tar över. /healthz är till för probes. I hela filen finns också cache-regler: index.html får aldrig cachas så att nya deployer syns direkt, medan byggda filer har hash i namnet och kan cachas länge.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officiella nginx-imagen har en inbyggd funktion: alla filer i /etc/nginx/templates som slutar på .template körs genom envsubst när containern startar, och resultatet skrivs till conf.d. Därför kopierar Dockerfilen nginx.conf dit som mall. Helm sätter API_UPSTREAM och API_KEY som miljövariabler, och nginx-konfigurationen får de riktiga värdena först vid start. Envsubst byter bara variabler som faktiskt finns i miljön, så nginx egna variabler som $uri påverkas inte. Nyckeln läses från en Secret i klientens chart - vi nämner det bara här; ConfigMaps, Secrets och Sealed Secrets går vi igenom ordentligt senare.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 flöde som för CQRS-appen: bygg en image, pusha till registryt i klustret och installera med Helm. Skillnaden är att vi nu bygger med en Dockerfile.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Förra gången byggde vi .NET-imagarna utan Dockerfile med dotnet publish. Nu skriver vi en egen. Steg 1 använder node:24-alpine, kör npm ci och ng build. Steg 2 startar från ett rent nginx-image och kopierar bara in de byggda filerna och nginx-mallen. Imagen blir liten och innehåller ingen Node. Ordningen på COPY är medveten: paketfilerna kopieras först så att Docker kan återanvända lagret med installerade paket när bara källkoden ändrats. Bygget sker helt i Docker, så Node behövs egentligen inte lokalt för att bygga imagen - bara för att utveckla.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build.ps1 följer samma upplägg som CQRS\build.ps1. Den frågar registryt vilka versioner som finns och räknar upp sista siffran, bygger med docker build, pushar med docker push och kör helm upgrade --install med den nya taggen. Den markerade rutan känner de igen: localhost:5000 är adressen från Windows, registry:5000 är samma registry sett från klustrets noder. -SkipBuild är bra när man bara ändrat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Charten har samma struktur som cqrs-api. Två saker att lyfta: api.upstream är API:ts interna Service-adress, cqrs-api.cqrs.svc.cluster.local, så nginx pratar direkt med API:t inne i klustret utan att gå via Traefik. Och nyckeln ligger i en Secret med en checksum-annotation i podden, precis som connection string i cqrs-api - ändras nyckeln startas poddarna om och nginx läser in den nya. Secrets i detalj tar vi senare. replicaCount 2 fungerar utan bekymmer eftersom nginx bara serverar statiska filer.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Följ ett anrop från vänster till höger. Webbläsaren skickar GET /api/persons till cqrsclient.local. Traefik väljer klientens ingress. nginx lägger på nyckeln, tar bort /api och skickar till API:ts Service. Middlewaren godkänner nyckeln och Dapper läser från MySQL. För skrivningar fortsätter vägen som förra gången genom NATS och workern. Låt alla öppna utvecklarverktygen och se att headern inte finns i webbläsarens anrop.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gör alla samma sak: lägg till cqrsclient.local i hosts-filen, kör build.ps1 och vänta tills båda poddarna är Running. Öppna appen, skapa en person och se meddelandet om att kommandot tagits emot, uppdatera sedan listan. Felsökningsrutorna täcker de vanligaste problemen: 401 betyder att nycklarna i de två charts inte stämmer överens, 502 att nginx inte når API:ts Service, och ingen sida alls är nästan alltid hosts-filen. kubectl logs på klientpodden visar nginx åtkomstlogg.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Kör som muntlig quiz. Den markerade rutan är kvällens viktigaste princip: allt som skickas till webbläsaren är offentligt, så hemligheter läggs på serversidan. Be någon förklara varför en gammal Node-installation måste bort innan nvm installeras - det var kvällens vanligaste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att kvällens lösning med API-nyckeln är ett första steg. Nyckeln ligger idag som ett vanligt värde i CQRSApi:s values - hur man hanterar konfiguration och hemligheter på riktigt med ConfigMaps, Secrets och Sealed Secrets tar vi senare i kursen. De andra rutorna är samma utvecklingsspår som förra gången.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Öppna för frågor. Bra avslutande fråga: om någon byter nyckeln i CQRSApi:s values men inte i cqrs-client - vad ser användaren, och var syns felet? (Appen får 401 på alla anrop, felet syns i webbläsaren som 401 och i nginx-loggen; lösningen är att samma värde används i båda charts.)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KUBERNETES-KURS · KVÄLL 4 AV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Angular-klient med nginx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Från nvm och Node till en Angular-app i klustret - där nginx serverar appen och lägger på API-nyckeln mot CQRSApi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· Frontend · SQL — Yrkeshögskola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4 av 8 · teori + gemensam övning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· KVÄLL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här bygger vi upp kvällen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4708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Node, npm och nvm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31136"/>
            <a:ext cx="3191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Rätt Node-version - och varför gamla installationer måste bort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98848" y="184708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Angular CLI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231136"/>
            <a:ext cx="3191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@angular/cli, ng new och vad som skapas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7888" y="184708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Appen mot API:t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31136"/>
            <a:ext cx="3191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PersonsService från OpenAPI med Copilot, proxy.conf.json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363016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API-nyckel i CQRSApi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014216"/>
            <a:ext cx="3191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X-API-Key på /persons, styrd från Helm-values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42900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98848" y="363016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nginx som proxy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4014216"/>
            <a:ext cx="3191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Servera Angular och lägg på nyckeln på serversidan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429000"/>
            <a:ext cx="35935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47888" y="363016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Bygg &amp; deploy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4014216"/>
            <a:ext cx="31912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Dockerfile, build.ps1 och Helm-charten cqrs-client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1-2 är verktyg som alla måste ha på plats. Tyngdpunkten ligger på del 4-6: hur nyckeln rör sig genom systemet utan att hamna i webbläsaren.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MÅLBILD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När ni går hem ikväll har ni…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385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3113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Verktygen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15184"/>
            <a:ext cx="22494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nvm-windows, Node 24, npm och Angular CLI (ng) installerade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2249" y="173736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3417" y="19385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3417" y="223113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Angular-app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3417" y="2615184"/>
            <a:ext cx="22494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CQRSClient skapad med ng new - lista, skapa, ändra och radera personer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858" y="173736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7026" y="19385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77026" y="223113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skyddat API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77026" y="2615184"/>
            <a:ext cx="22494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CQRSApi kräver X-API-Key på /persons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89466" y="173736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0634" y="19385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90634" y="223113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 i klustret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90634" y="2615184"/>
            <a:ext cx="22494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http://cqrsclient.local - nginx serverar appen och lägger på nyckeln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 mönster som förra gången: image till registryt, Helm-chart in i klustret, hosts-fil och ingress för att nå den.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npm och nvm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Verktygen under Angular - och hur man håller ordning på Node-versioner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NODE, NPM OCH NVM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verktyg med olika jobb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KÖRMILJÖ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 JavaScript utanför webbläsaren. Angular CLI, byggverktyg och dev-servern är Node-program.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645920"/>
            <a:ext cx="3515258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66818" y="18745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PAKETHANTERARE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743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32461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Följer med Node. Hämtar paket till node_modules utifrån package.json - som NuGet för .NET.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1645920"/>
            <a:ext cx="3515258" cy="2926080"/>
          </a:xfrm>
          <a:prstGeom prst="roundRect">
            <a:avLst>
              <a:gd name="adj" fmla="val 187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6397" y="187452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VERSIONSHANTERARE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56397" y="21945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nvm-windows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7432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list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32461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Installerar flera Node-versioner sida vid sida och växlar mellan dem med nvm use.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Liknelse för .NET-utvecklare: Node ≈ .NET-runtime, npm ≈ NuGet, nvm ≈ att ha flera SDK:er installerade och välja version.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NODE, NPM OCH NVM · VERSIONER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inte bara installera senaste Node?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2011680"/>
          </a:xfrm>
          <a:prstGeom prst="roundRect">
            <a:avLst>
              <a:gd name="adj" fmla="val 2727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krav från Angular CLI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Angular 22 kräver en av dessa Node-versioner: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^22.22.3  ||  ^24.15.0  ||  &gt;=26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För gammal Node ger fel redan vid ng new / ng serve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554480"/>
            <a:ext cx="469361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50608" y="1755648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Olika projekt, olika krav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2139696"/>
            <a:ext cx="42912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 äldre projekt kan kräva Node 18, ett nytt Node 24.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2926080"/>
            <a:ext cx="4693615" cy="1234440"/>
          </a:xfrm>
          <a:prstGeom prst="roundRect">
            <a:avLst>
              <a:gd name="adj" fmla="val 4444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50608" y="3127248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LTS-versioner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3511296"/>
            <a:ext cx="42912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Jämna nummer (22, 24) är långtidsstödda - välj dem.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4297680"/>
            <a:ext cx="469361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50608" y="4498848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 på sekunder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4882896"/>
            <a:ext cx="42912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 use 22 / nvm use 24 - ingen av- och ominstallation.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6035040" cy="1691640"/>
          </a:xfrm>
          <a:prstGeom prst="roundRect">
            <a:avLst>
              <a:gd name="adj" fmla="val 3243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84048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kör Node 24.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 major-version som i Dockerfilen (node:24-alpine) - så bygger vi likadant lokalt och i imagen.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NODE, NPM OCH NVM · VIKTIGT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du redan Node? Avinstallera först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märkte vi på kursen: en gammal Node-installation krockar med nvm. node -v visar fel version och nvm use verkar inte göra något.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7977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Avinstallera Node.js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63824"/>
            <a:ext cx="22494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Inställningar → Appar → Node.js → Avinstallera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2249" y="228600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3417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3417" y="277977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Städa rester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3417" y="3163824"/>
            <a:ext cx="22494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bort C:\Program Files\nodejs och %AppData%\npm om de finns kvar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858" y="228600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026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77026" y="277977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77026" y="3163824"/>
            <a:ext cx="22494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 terminal: where node ska inte hitta något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89466" y="228600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90634" y="2487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90634" y="2779776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Installera nvm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90634" y="3163824"/>
            <a:ext cx="22494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Först nu - nvm tar över hanteringen av Node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Varför? nvm växlar version genom en länk i PATH. Ligger en vanlig Node-installation också i PATH vinner den - oavsett vad nvm säger.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NODE, NPM OCH NVM · INSTALLATION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nvm-windows och Node 24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114800"/>
          </a:xfrm>
          <a:prstGeom prst="roundRect">
            <a:avLst>
              <a:gd name="adj" fmla="val 1333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309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Installera nvm-windows (nvm-setup.exe från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github.com/coreybutler/nvm-windows/releases)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NY terminal - annars finns inte nvm i PATH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version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install 24        # senaste Node 24.x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use 24            # kräver administratör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list              # * markerar aktiv version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            # v24.x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                # npm följer med Node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62095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82128" y="1755648"/>
            <a:ext cx="3559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install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882128" y="2139696"/>
            <a:ext cx="35597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Laddar ner och packar upp en Node-version.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2926080"/>
            <a:ext cx="3962095" cy="1234440"/>
          </a:xfrm>
          <a:prstGeom prst="roundRect">
            <a:avLst>
              <a:gd name="adj" fmla="val 4444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82128" y="3127248"/>
            <a:ext cx="3559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use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82128" y="3511296"/>
            <a:ext cx="35597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Pekar om länken i PATH - därför admin.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4297680"/>
            <a:ext cx="396209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82128" y="4498848"/>
            <a:ext cx="3559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terminal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882128" y="4882896"/>
            <a:ext cx="355975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Efter installation och PATH-ändringar: öppna om terminalen.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NODE, NPM OCH NVM · NPM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 fem kommandon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5394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package.json -&gt; node_modules, uppdaterar lock-filen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exakt enligt package-lock.json (Dockerfile)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@angular/cli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globalt - för den aktiva Node-versionen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kör ett script ur package.json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ng build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kör projektets lokala paket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554480"/>
            <a:ext cx="487649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967728" y="1755648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139696"/>
            <a:ext cx="447415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Vilka paket och versionsintervall projektet vill ha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971800"/>
            <a:ext cx="4876495" cy="1280160"/>
          </a:xfrm>
          <a:prstGeom prst="roundRect">
            <a:avLst>
              <a:gd name="adj" fmla="val 4286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3172968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package-lock.json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3557016"/>
            <a:ext cx="447415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Exakt vilka versioner som installerades - checkas 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4389120"/>
            <a:ext cx="487649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67728" y="4590288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4974336"/>
            <a:ext cx="447415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Själva paketen - checkas aldrig in, återskapas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installerat globalt - och ett nytt projekt med ng new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CLI · INSTALLATION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@angular/cli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2377440"/>
          </a:xfrm>
          <a:prstGeom prst="roundRect">
            <a:avLst>
              <a:gd name="adj" fmla="val 2308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309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@angular/cli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version            # Angular CLI 22.x, Node 24.x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'ng' känns inte igen?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-&gt; öppna en ny terminal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-&gt; kontrollera att nvm use pekar på rätt 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62095" cy="2377440"/>
          </a:xfrm>
          <a:prstGeom prst="roundRect">
            <a:avLst>
              <a:gd name="adj" fmla="val 2308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82128" y="1755648"/>
            <a:ext cx="3559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 per Node-version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882128" y="2139696"/>
            <a:ext cx="3559759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nvm hör globala paket till den aktiva Node-versionen. Byter du med nvm use behöver ng installeras igen för den versionen.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Globalt ng 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används för att skapa projekt och i terminalen. Inne i projektet finns också en lokal @angular/cli i devDependencies - det är den npx ng och npm run använder.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CLI · NG NEW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new CQRSClient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2743200"/>
          </a:xfrm>
          <a:prstGeom prst="roundRect">
            <a:avLst>
              <a:gd name="adj" fmla="val 200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5577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D:\Kvällskurs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new CQRSClient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Frågor från CLI:t - vi valde stylesheet: SCSS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Paketen installeras med npm install automatiskt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CQRSClient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serve              # http://localhost:4200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50608" y="1755648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2139696"/>
            <a:ext cx="42912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Inga NgModules - komponenter importerar det de behöver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50608" y="2715768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3099816"/>
            <a:ext cx="42912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signal() och computed() för tillstånd i komponenten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50608" y="3675888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4059936"/>
            <a:ext cx="42912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Testramverket i Angular 22 - ng test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new skapar mappen, alla startfiler, ett git-repo och kör npm install. Efter ng serve laddas sidan om automatiskt när en fil sparas.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CLI · PROJEKTET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ng new skapade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filträd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4663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CQRSClient/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angular.json        # bygg + serve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package-lock.json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tsconfig.json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public/             # statiska filer (favicon)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index.html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main.ts           # startar appen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styles.scss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app.ts          # rotkomponenten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app.html / app.scss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app.config.ts   # providers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app.routes.ts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5608015" cy="1920240"/>
          </a:xfrm>
          <a:prstGeom prst="roundRect">
            <a:avLst>
              <a:gd name="adj" fmla="val 2857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62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645920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vanligaste ng-kommandona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11680"/>
            <a:ext cx="51508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serve       # dev-server, port 4200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build       # -&gt; dist/CQRSClient/browser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generate service persons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 test        # Vitest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5608015" cy="2057400"/>
          </a:xfrm>
          <a:prstGeom prst="roundRect">
            <a:avLst>
              <a:gd name="adj" fmla="val 2667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3904488"/>
            <a:ext cx="52056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dist/CQRSClient/browser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4288536"/>
            <a:ext cx="5205679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Resultatet av ng build är bara statiska filer: index.html, JavaScript och CSS. Ingen Node behövs för att köra dem - vilken webbserver som helst duger. Det är därför nginx räcker i klustret.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 mot API:t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PersonsService, relativa adresser och en proxy under utveckling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MOT API:T · COPILOT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 genererad från OpenAPI-dokumentet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5564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48256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Hämta dokumentet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32304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cqrsapi.local/openapi/v1.json beskriver alla endpoints och scheman i CQRSApi.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1206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321868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511296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i VS Code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895344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Bifoga JSON-filen som kontext och be om en Angular-service med HttpClient och interfaces.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120640" cy="1353312"/>
          </a:xfrm>
          <a:prstGeom prst="roundRect">
            <a:avLst>
              <a:gd name="adj" fmla="val 4054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68172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974336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Granska och justera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358384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Stämmer typerna? Vi bytte bas-adressen till den relativa /api/persons.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5608015" cy="1828800"/>
          </a:xfrm>
          <a:prstGeom prst="roundRect">
            <a:avLst>
              <a:gd name="adj" fmla="val 300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645920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· Copilot Chat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011680"/>
            <a:ext cx="51508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Exempel på prompt i Copilot Chat: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Skapa en Angular-service med inject(HttpClient)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för alla endpoints i #openapi.json, med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TypeScript-interfaces för alla scheman.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566160"/>
            <a:ext cx="5608015" cy="2267712"/>
          </a:xfrm>
          <a:prstGeom prst="roundRect">
            <a:avLst>
              <a:gd name="adj" fmla="val 241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373075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373075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1968" y="373075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3657600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vad Copilot gav oss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023360"/>
            <a:ext cx="5150815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OpenAPI-schema            -&gt; TypeScript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PersonDto                   -&gt; interface PersonDto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PersonRequest               -&gt; interface PersonRequest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CommandAccepted             -&gt; interface CommandAccepted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HttpValidationProblemDetails -&gt; interface ...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GET/POST/PUT/DELETE /persons -&gt; en metod per endpoint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skriver utkastet - ni äger koden. Kontrollera alltid typer, adresser och felhantering.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MOT API:T · SERVICE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PersonsService - en relativ adress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src/app/persons.service.ts (förkortad)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4922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@Injectable({ providedIn: 'root' })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PersonsService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http = inject(HttpClient);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Relativ adress: samma origin som appen.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baseUrl = '/api/persons';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getPersons()  { return this.http.get&lt;PersonDto[]&gt;(this.baseUrl);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createPerson(p: PersonRequest)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this.http.post&lt;CommandAccepted&gt;(this.baseUrl, p);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updatePerson(id, p) { /* PUT  /api/persons/{id} */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deletePerson(id)    { /* DELETE /api/persons/{id} */ }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77921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65008" y="175564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provideHttpClient()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139696"/>
            <a:ext cx="337687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Registreras i app.config.ts.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2971800"/>
            <a:ext cx="3779215" cy="1280160"/>
          </a:xfrm>
          <a:prstGeom prst="roundRect">
            <a:avLst>
              <a:gd name="adj" fmla="val 4286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65008" y="317296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/api/persons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557016"/>
            <a:ext cx="337687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server, ingen port, ingen nyckel i koden.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4389120"/>
            <a:ext cx="377921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65008" y="459028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i UI:t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4974336"/>
            <a:ext cx="337687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"Kommandot har tagits emot" - listan uppdateras efteråt.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MOT API:T · TVÅ LÄGEN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svarar på /api/...?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Utveckling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77440" y="17373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Webbläsare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serve  :4200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2240280"/>
            <a:ext cx="274320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94960" y="17373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proxy.conf.json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X-API-KEY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2240280"/>
            <a:ext cx="274320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12480" y="17373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cqrsapi.local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/persons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klustret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77440" y="36576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Webbläsare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cqrsclient.local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4160520"/>
            <a:ext cx="274320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94960" y="36576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 podden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X-API-KEY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2440" y="4160520"/>
            <a:ext cx="274320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0" y="365760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cqrs-api 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/persons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Webbläsaren anropar alltid /api/persons på sin egen adress. Mellanledet tar bort /api, lägger på nyckeln och skickar vidare.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MOT API:T · NG SERVE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proxy.conf.json under utveckling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3017520"/>
          </a:xfrm>
          <a:prstGeom prst="roundRect">
            <a:avLst>
              <a:gd name="adj" fmla="val 1818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proxy.conf.json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5212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"/api": {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"target": "http://cqrsapi.local",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"secure": false,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"changeOrigin": true,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"pathRewrite": { "^/api": "" },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"headers": { "X-API-KEY": "cqrs_reader" }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554480"/>
            <a:ext cx="5059375" cy="2103120"/>
          </a:xfrm>
          <a:prstGeom prst="roundRect">
            <a:avLst>
              <a:gd name="adj" fmla="val 260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8484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6772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5060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1645920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angular.json (utdrag)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011680"/>
            <a:ext cx="46021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"serve":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"builder": "@angular/build:dev-server",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"options":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"proxyConfig": "proxy.conf.json"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840480"/>
            <a:ext cx="5059375" cy="1645920"/>
          </a:xfrm>
          <a:prstGeom prst="roundRect">
            <a:avLst>
              <a:gd name="adj" fmla="val 3333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4848" y="4041648"/>
            <a:ext cx="4657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 för ng serve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4425696"/>
            <a:ext cx="465703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 används av dev-servern på din dator. Den följer inte med i ng build och hamnar aldrig i imagen.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pathRewrite: /api/persons → /persons. changeOrigin: Host-headern blir cqrsapi.local så att Traefik hittar rätt Ingress.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API-nyckel i CQRSApi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X-API-Key på /persons - styrd från Helm-values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API-NYCKEL · PROGRAM.CS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middleware framför /persons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0" cy="4389120"/>
          </a:xfrm>
          <a:prstGeom prst="roundRect">
            <a:avLst>
              <a:gd name="adj" fmla="val 125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CQRSApi/Program.cs (förkortad)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8580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apiKey = builder.Configuration.GetValue&lt;string&gt;("ApiKey:Value");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(!string.IsNullOrWhiteSpace(apiKey))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app.Use(async (ctx, next) =&gt;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(ctx.Request.Path.StartsWithSegments("/persons", ...))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(!ctx.Request.Headers.TryGetValue("X-API-Key", out var provided) ...)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   ctx.Response.StatusCode = 401;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await ctx.Response.WriteAsync("API key required"); return;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(!string.Equals(provided.ToString(), apiKey, StringComparison.Ordinal))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   ctx.Response.StatusCode = 401;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await ctx.Response.WriteAsync("Invalid API key"); return;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next();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3413455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30768" y="1755648"/>
            <a:ext cx="3011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 /persons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139696"/>
            <a:ext cx="30111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/healthz är öppen - probes har ingen nyckel.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3017520"/>
            <a:ext cx="3413455" cy="1325880"/>
          </a:xfrm>
          <a:prstGeom prst="roundRect">
            <a:avLst>
              <a:gd name="adj" fmla="val 4138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0768" y="3218688"/>
            <a:ext cx="3011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401-svar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3602736"/>
            <a:ext cx="30111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Saknad nyckel eller fel nyckel.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4480560"/>
            <a:ext cx="3413455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30768" y="4681728"/>
            <a:ext cx="3011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nyckel satt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5065776"/>
            <a:ext cx="301111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Då registreras ingen middleware - API:t är öppet.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API-NYCKEL · KONFIGURATION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values.yaml till ApiKey:Value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051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1051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1051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values.yaml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apikey: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"cqrs_reader"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50792" y="2514600"/>
            <a:ext cx="265176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64592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81051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81051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0328" y="181051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templates/deployment.yaml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103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ApiKey__Value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{{ .Values.apikey.value | quote 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45552" y="2514600"/>
            <a:ext cx="265176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64592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9328" y="181051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181051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088" y="181051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103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GetValue&lt;string&gt;(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"ApiKey:Value")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9808" y="395020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Helm-värde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334256"/>
            <a:ext cx="30723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Ändras i values eller med --set apikey.value=...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43400" y="374904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44568" y="395020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Miljövariabel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4334256"/>
            <a:ext cx="30723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Dubbelt understreck __ blir : i .NET-konfigurationen.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39328" y="3950208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334256"/>
            <a:ext cx="30723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 nyckel kan komma från appsettings eller User Secrets lokalt.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 mönster som Cors__Mode och Nats__Url förra gången. Deploya om CQRSApi med Helm för att nyckeln ska gälla i klustret.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API-NYCKEL · TESTA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 nyckel, fel nyckel, rätt nyckel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3840480"/>
          </a:xfrm>
          <a:prstGeom prst="roundRect">
            <a:avLst>
              <a:gd name="adj" fmla="val 1429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CQRSApi.http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492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http://cqrsapi.local/persons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401  API key required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http://cqrsapi.local/persons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X-API-Key: fel-nyckel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401  Invalid API key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http://cqrsapi.local/persons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X-API-Key: cqrs_reader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OK  [ ...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779215" cy="1188720"/>
          </a:xfrm>
          <a:prstGeom prst="roundRect">
            <a:avLst>
              <a:gd name="adj" fmla="val 461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5008" y="175564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Header-namn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139696"/>
            <a:ext cx="33768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X-API-Key = X-API-KEY - namn är skiftlägesokänsliga.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880360"/>
            <a:ext cx="3779215" cy="1188720"/>
          </a:xfrm>
          <a:prstGeom prst="roundRect">
            <a:avLst>
              <a:gd name="adj" fmla="val 461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65008" y="308152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Värdet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465576"/>
            <a:ext cx="33768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Exakt jämförelse - cqrs_reader ≠ CQRS_READER.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4206240"/>
            <a:ext cx="3779215" cy="1188720"/>
          </a:xfrm>
          <a:prstGeom prst="roundRect">
            <a:avLst>
              <a:gd name="adj" fmla="val 461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440740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4791456"/>
            <a:ext cx="33768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Svarar fortfarande 200 utan nyckel.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som proxy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Servera Angular och lägg på nyckeln på serversidan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· VARFÖR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 i webbläsaren kan läsas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55768" cy="2377440"/>
          </a:xfrm>
          <a:prstGeom prst="roundRect">
            <a:avLst>
              <a:gd name="adj" fmla="val 2308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47088"/>
            <a:ext cx="505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Nyckeln i Angular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31136"/>
            <a:ext cx="505343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Hamnar i JavaScript-filen som laddas ner. Synlig i DevTools → Network och Sources. Inte längre hemlig.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7288" y="1645920"/>
            <a:ext cx="5455768" cy="2377440"/>
          </a:xfrm>
          <a:prstGeom prst="roundRect">
            <a:avLst>
              <a:gd name="adj" fmla="val 2308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8456" y="1847088"/>
            <a:ext cx="505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Nyckeln i nginx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388456" y="2231136"/>
            <a:ext cx="505343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Ligger i podden som miljövariabel. Läggs på anropet efter att det lämnat webbläsaren. Användaren ser den aldrig.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3606698" cy="1463040"/>
          </a:xfrm>
          <a:prstGeom prst="roundRect">
            <a:avLst>
              <a:gd name="adj" fmla="val 375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49884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Samma origin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882896"/>
            <a:ext cx="320436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och /api på cqrsclient.local - ingen CORS behövs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2498" y="4297680"/>
            <a:ext cx="3606698" cy="1463040"/>
          </a:xfrm>
          <a:prstGeom prst="roundRect">
            <a:avLst>
              <a:gd name="adj" fmla="val 375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3666" y="449884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image, alla miljöer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93666" y="4882896"/>
            <a:ext cx="320436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Nyckel och upstream sätts vid start, inte vid bygget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36357" y="4297680"/>
            <a:ext cx="3606698" cy="1463040"/>
          </a:xfrm>
          <a:prstGeom prst="roundRect">
            <a:avLst>
              <a:gd name="adj" fmla="val 375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37525" y="449884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Node i drift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37525" y="4882896"/>
            <a:ext cx="320436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serverar bara de byggda filerna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· KONFIGURATION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nginx.conf - proxy och SPA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389120"/>
          </a:xfrm>
          <a:prstGeom prst="roundRect">
            <a:avLst>
              <a:gd name="adj" fmla="val 125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CQRSClient/nginx.conf (förkortad)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492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listen 80;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 /usr/share/nginx/html;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/api/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proxy_pass ${API_UPSTREAM}/;     # / på slutet tar bort /api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proxy_set_header X-API-KEY "${API_KEY}";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/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try_files $uri $uri/ /index.html;   # SPA-fallback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= /healthz { return 200 "ok";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779215" cy="1371600"/>
          </a:xfrm>
          <a:prstGeom prst="roundRect">
            <a:avLst>
              <a:gd name="adj" fmla="val 4000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5008" y="175564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/api/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139696"/>
            <a:ext cx="337687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till CQRSApi + X-API-KEY.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3063240"/>
            <a:ext cx="377921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65008" y="326440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try_files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648456"/>
            <a:ext cx="337687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Okända sökvägar ger index.html - Angulars router tar över.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4572000"/>
            <a:ext cx="377921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65008" y="477316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5157216"/>
            <a:ext cx="337687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no-cache, hashade js/css cachas ett år.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· MALLAR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${API_KEY} fylls i när containern startar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/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45059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45059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245059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API_UPSTREAM  (från values)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       (från Secret)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0792" y="1892808"/>
            <a:ext cx="265176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16459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3484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nginx-imagen vid start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245059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245059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245059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743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envsubst på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/etc/nginx/templates/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default.conf.template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45552" y="1892808"/>
            <a:ext cx="265176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16459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28600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39328" y="245059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45059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5088" y="245059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27432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/etc/nginx/conf.d/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default.conf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riktiga värden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427939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427939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5568" y="427939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71600" y="4206240"/>
            <a:ext cx="1008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(utdrag)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57200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nginx.conf /etc/nginx/templates/default.conf.template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Bara variabler som finns i miljön ersätts - nginx egna $uri, $scheme ... lämnas orörda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nyckel byggs in i imagen. Nyckeln i klientens chart läggs i en Secret - mer om Secrets och Sealed Secrets senare i kursen.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88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 &amp; deploy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Dockerfile, build.ps1 och Helm-charten cqrs-client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 &amp; DEPLOY · DOCKERFILE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steg: bygg med Node, kör med nginx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132320" cy="4389120"/>
          </a:xfrm>
          <a:prstGeom prst="roundRect">
            <a:avLst>
              <a:gd name="adj" fmla="val 125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CQRSClient/Dockerfile (förkortad)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675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Steg 1: bygg Angular ----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node:24-alpine AS build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package.json package-lock.json ./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npx ng build --configuration production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Steg 2: servera med nginx ----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nginx:stable-alpine AS final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nginx.conf /etc/nginx/templates/default.conf.template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/app/dist/CQRSClient/browser /usr/share/nginx/html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API_UPSTREAM=http://cqrsapi.local API_KEY=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96335" cy="1371600"/>
          </a:xfrm>
          <a:prstGeom prst="roundRect">
            <a:avLst>
              <a:gd name="adj" fmla="val 4000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755648"/>
            <a:ext cx="3193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139696"/>
            <a:ext cx="31939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och node_modules stannar i steg 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063240"/>
            <a:ext cx="359633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47888" y="3264408"/>
            <a:ext cx="3193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Lagercache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3648456"/>
            <a:ext cx="31939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package*.json först - npm ci körs om bara när paketen ändras.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4572000"/>
            <a:ext cx="359633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47888" y="4773168"/>
            <a:ext cx="31939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5157216"/>
            <a:ext cx="31939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node_modules, dist och .angular skickas inte med.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 &amp; DEPLOY · BUILD.PS1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build.ps1 gör allt i ett svep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499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2821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Läser taggar i registryt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1.0.0, sedan +1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59354" y="2194560"/>
            <a:ext cx="320040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5114" y="1600200"/>
            <a:ext cx="246499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1600200"/>
            <a:ext cx="22821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5114" y="2880360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localhost:5000/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cqrsclient:&lt;version&gt;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35828" y="2194560"/>
            <a:ext cx="320040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1588" y="1600200"/>
            <a:ext cx="246499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93028" y="1600200"/>
            <a:ext cx="22821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1588" y="2880360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till registryt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k3d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12301" y="2194560"/>
            <a:ext cx="320040" cy="0"/>
          </a:xfrm>
          <a:prstGeom prst="line">
            <a:avLst/>
          </a:prstGeom>
          <a:noFill/>
          <a:ln w="19050">
            <a:solidFill>
              <a:srgbClr val="3762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78061" y="1600200"/>
            <a:ext cx="2464994" cy="1188720"/>
          </a:xfrm>
          <a:prstGeom prst="roundRect">
            <a:avLst>
              <a:gd name="adj" fmla="val 461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69501" y="1600200"/>
            <a:ext cx="22821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upgrade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--install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78061" y="2880360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cqrs-client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cqrs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6949440" cy="2194560"/>
          </a:xfrm>
          <a:prstGeom prst="roundRect">
            <a:avLst>
              <a:gd name="adj" fmla="val 250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6791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86791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5568" y="386791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3794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16052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D:\Kvällskurs\CQRSClient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./build.ps1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./build.ps1 -SkipBuild      # bara helm upgrade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./build.ps1 -Values my.yaml # egna values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3703320"/>
            <a:ext cx="3779215" cy="2194560"/>
          </a:xfrm>
          <a:prstGeom prst="roundRect">
            <a:avLst>
              <a:gd name="adj" fmla="val 2500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65008" y="390448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namn, ett registry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4288536"/>
            <a:ext cx="3376879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 dator pushar till localhost:5000. Noderna pullar från registry:5000 - därför sätter scriptet image.repository med --set.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 &amp; DEPLOY · HELM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Charten cqrs-client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389120"/>
          </a:xfrm>
          <a:prstGeom prst="roundRect">
            <a:avLst>
              <a:gd name="adj" fmla="val 125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chart/cqrs-client/values.yaml (förkortad)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replicaCount: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registry:5000/cqrsclient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pullPolicy: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Always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http://cqrs-api.cqrs.svc.cluster.local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cqrs_reader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traefik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cqrsclient.local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probes: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C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</a:t>
            </a:r>
            <a:r>
              <a:rPr lang="en-US" sz="120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/healthz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554480"/>
            <a:ext cx="487649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967728" y="1755648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deployment.yaml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139696"/>
            <a:ext cx="447415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med API_UPSTREAM och API_KEY som env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670048"/>
            <a:ext cx="487649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67728" y="2871216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service.yaml + ingress.yaml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3255264"/>
            <a:ext cx="447415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 på port 80, Traefik-ingress för cqrsclient.local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785616"/>
            <a:ext cx="487649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67728" y="3986784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secret.yaml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4370832"/>
            <a:ext cx="447415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Håller api.key - checksumma i podden startar om vid ny nyckel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4901184"/>
            <a:ext cx="4876495" cy="1005840"/>
          </a:xfrm>
          <a:prstGeom prst="roundRect">
            <a:avLst>
              <a:gd name="adj" fmla="val 545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7728" y="5102352"/>
            <a:ext cx="4474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api.upstream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5486400"/>
            <a:ext cx="447415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API:ts Service-namn i klustret - trafiken går aldrig ut via ingressen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 &amp; DEPLOY · HELA KEDJAN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klick i appen, genom klustret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82369" cy="137160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39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Webbläsare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/api/persons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67585" y="2514600"/>
            <a:ext cx="246888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1049" y="1828800"/>
            <a:ext cx="1582369" cy="137160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489" y="1828800"/>
            <a:ext cx="139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cqrsclient.local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994" y="2514600"/>
            <a:ext cx="246888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53458" y="1828800"/>
            <a:ext cx="1582369" cy="1371600"/>
          </a:xfrm>
          <a:prstGeom prst="roundRect">
            <a:avLst>
              <a:gd name="adj" fmla="val 4000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4898" y="1828800"/>
            <a:ext cx="139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nginx-podd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X-API-KEY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→ /persons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72404" y="2514600"/>
            <a:ext cx="246888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5868" y="1828800"/>
            <a:ext cx="1582369" cy="137160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7308" y="1828800"/>
            <a:ext cx="139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cqrs-api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podd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74813" y="2514600"/>
            <a:ext cx="246888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58277" y="1828800"/>
            <a:ext cx="1582369" cy="137160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9717" y="1828800"/>
            <a:ext cx="139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nyckel OK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77222" y="2514600"/>
            <a:ext cx="246888" cy="0"/>
          </a:xfrm>
          <a:prstGeom prst="line">
            <a:avLst/>
          </a:prstGeom>
          <a:noFill/>
          <a:ln w="19050">
            <a:solidFill>
              <a:srgbClr val="7C9C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60686" y="1828800"/>
            <a:ext cx="1582369" cy="1371600"/>
          </a:xfrm>
          <a:prstGeom prst="roundRect">
            <a:avLst>
              <a:gd name="adj" fmla="val 4000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52126" y="1828800"/>
            <a:ext cx="139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57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Nyckeln finns bara till höger om nginx. POST, PUT och DELETE går samma väg men slutar i NATS JetStream och workern - och svarar 202.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773168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Kontrollera själv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157216"/>
            <a:ext cx="106920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→ Network: anropet till /api/persons har ingen X-API-KEY. Ändå svarar API:t 200.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 &amp; DEPLOY · TESTA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 och öppna cqrsclient.local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3840480"/>
          </a:xfrm>
          <a:prstGeom prst="roundRect">
            <a:avLst>
              <a:gd name="adj" fmla="val 142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719072"/>
            <a:ext cx="109728" cy="10972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645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6492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hosts-filen (som administratör):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    cqrsclient.local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D:\Kvällskurs\CQRSClient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./build.ps1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-n cqrs        # cqrs-client-... Running (2 st)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ingress -n cqrs     # cqrsapi.local + cqrsclient.local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B9C4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Webbläsaren: http://cqrsclient.local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779215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65008" y="175564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i appen?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2139696"/>
            <a:ext cx="33768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Stämmer api.key mot CQRSApi:s apikey.value?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880360"/>
            <a:ext cx="3779215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65008" y="308152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Bad Gateway?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3465576"/>
            <a:ext cx="33768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når inte API:t - kontrollera api.upstream.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4206240"/>
            <a:ext cx="3779215" cy="1188720"/>
          </a:xfrm>
          <a:prstGeom prst="roundRect">
            <a:avLst>
              <a:gd name="adj" fmla="val 4615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4407408"/>
            <a:ext cx="33768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sida alls?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4791456"/>
            <a:ext cx="33768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Raden i hosts-filen och kubectl get ingress.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SAMMANFATTNING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begrepp att ta med sig 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0136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8541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Flera Node-versioner, en aktiv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04099" y="160020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05267" y="180136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05267" y="218541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Exakt enligt lock-filen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59558" y="160020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60726" y="180136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new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60726" y="218541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Nytt Angular-projekt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017" y="160020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16185" y="180136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proxy.conf.json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16185" y="218541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Dev-serverns proxy - bara lokalt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70476" y="160020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71644" y="180136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 URL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771644" y="218541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 på samma origin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9808" y="390448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28853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som API:t kräver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04099" y="370332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05267" y="390448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005267" y="428853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 före endpointen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59558" y="370332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260726" y="390448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envsubst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60726" y="428853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Mallen fylls i vid start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017" y="370332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516185" y="390448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516185" y="428853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 med Node, kör med nginx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570476" y="3703320"/>
            <a:ext cx="2072579" cy="1874520"/>
          </a:xfrm>
          <a:prstGeom prst="roundRect">
            <a:avLst>
              <a:gd name="adj" fmla="val 2927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71644" y="3904488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Nyckeln i servern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71644" y="4288536"/>
            <a:ext cx="16702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Aldrig i webbläsaren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VÄGEN FRAMÅT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Härifrån bygger vi vidare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har CQRS-appen en frontend. Det här kommer längre fram i kursen: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2585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426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 skild från deploymenten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7964" y="20574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3762FF"/>
          </a:solidFill>
          <a:ln w="12700">
            <a:solidFill>
              <a:srgbClr val="376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9132" y="22585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9132" y="26426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Hemligheter som API-nycklar och connection strings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7288" y="20574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8456" y="22585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Secrets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88456" y="26426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Krypterade Secrets som tål Git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611" y="20574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07779" y="22585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Läsmodell i Redis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07779" y="26426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Snabbare läs-sida med projektion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0873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EF-migreringar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4714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Istället för EnsureCreated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7964" y="38862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9132" y="40873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Monitorering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69132" y="44714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Exportörerna i values-filerna är redan på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87288" y="38862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8456" y="40873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88456" y="44714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Följ ett klick från webbläsaren till workern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06611" y="3886200"/>
            <a:ext cx="2636444" cy="164592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07779" y="4087368"/>
            <a:ext cx="2234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Skalning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07779" y="4471416"/>
            <a:ext cx="22341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Fler poddar - vad händer i varje del?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KVÄLL 4 AV 8 - KLAR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Tack! Frågor?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Appen, API:t och nyckeln - alla i klustret, alla deployade med Helm.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– Angular-klient med nginx · .NET, Frontend &amp; SQL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- Angular-klient med nginx</dc:title>
  <dc:subject>PptxGenJS Presentation</dc:subject>
  <dc:creator>PptxGenJS</dc:creator>
  <cp:lastModifiedBy>PptxGenJS</cp:lastModifiedBy>
  <cp:revision>1</cp:revision>
  <dcterms:created xsi:type="dcterms:W3CDTF">2026-10-04T15:41:59Z</dcterms:created>
  <dcterms:modified xsi:type="dcterms:W3CDTF">2026-10-04T15:41:59Z</dcterms:modified>
</cp:coreProperties>
</file>